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문서 자동 요약 시스템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캡스톤디자인 프로젝트 아이디어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PPT 파일을 업로드하면 텍스트를 추출하고 요약해주는 자동화 도구</a:t>
            </a:r>
          </a:p>
          <a:p>
            <a:r>
              <a:t>- 텍스트 추출 → 요약 → 문서 자동 생성</a:t>
            </a:r>
          </a:p>
          <a:p>
            <a:r>
              <a:t>- 발표자, 학생, 직장인 모두에게 유용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개발 필요성 및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발표자료는 많지만 정리 시간 부족</a:t>
            </a:r>
          </a:p>
          <a:p>
            <a:r>
              <a:t>- 기존 GPT/Notion AI는 텍스트만 요약 (PPT 불가)</a:t>
            </a:r>
          </a:p>
          <a:p>
            <a:r>
              <a:t>- PPT → 요약 → 문서화 일괄 처리 시스템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기능 및 기대효과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[기능]</a:t>
            </a:r>
          </a:p>
          <a:p>
            <a:r>
              <a:t>- PPT 파일 업로드</a:t>
            </a:r>
          </a:p>
          <a:p>
            <a:r>
              <a:t>- 슬라이드 텍스트 추출</a:t>
            </a:r>
          </a:p>
          <a:p>
            <a:r>
              <a:t>- AI 요약 적용</a:t>
            </a:r>
          </a:p>
          <a:p>
            <a:r>
              <a:t>- 문서 다운로드 (.txt/.docx)</a:t>
            </a:r>
          </a:p>
          <a:p>
            <a:endParaRPr/>
          </a:p>
          <a:p>
            <a:r>
              <a:t>[기대효과]</a:t>
            </a:r>
          </a:p>
          <a:p>
            <a:r>
              <a:t>- 시간 절약 및 효율성 증대</a:t>
            </a:r>
          </a:p>
          <a:p>
            <a:r>
              <a:t>- 자동 문서화로 업무 간소화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기술 구성도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프론트엔드: React</a:t>
            </a:r>
          </a:p>
          <a:p>
            <a:r>
              <a:t>- 백엔드: Flask / FastAPI</a:t>
            </a:r>
          </a:p>
          <a:p>
            <a:r>
              <a:t>- 파싱: python-pptx</a:t>
            </a:r>
          </a:p>
          <a:p>
            <a:r>
              <a:t>- 요약 모델: PEGASUS / BART / T5</a:t>
            </a:r>
          </a:p>
          <a:p>
            <a:r>
              <a:t>- 흐름도: 사용자 → UI → 서버 → 파서+요약 → 결과 반환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기술 비교 및 차별성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항목            | 기존 서비스 | 본 프로젝트</a:t>
            </a:r>
          </a:p>
          <a:p>
            <a:r>
              <a:t>---------------|-------------|-------------</a:t>
            </a:r>
          </a:p>
          <a:p>
            <a:r>
              <a:t>PPT 업로드       | ❌          | ✅</a:t>
            </a:r>
          </a:p>
          <a:p>
            <a:r>
              <a:t>텍스트 추출       | ❌          | ✅</a:t>
            </a:r>
          </a:p>
          <a:p>
            <a:r>
              <a:t>자동 문서화       | ❌          | ✅</a:t>
            </a:r>
          </a:p>
          <a:p>
            <a:r>
              <a:t>통합 자동화       | ❌          | 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개발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~4월: 사전조사 및 기획</a:t>
            </a:r>
          </a:p>
          <a:p>
            <a:r>
              <a:t>- 5/17~6/14: 구현 및 테스트</a:t>
            </a:r>
          </a:p>
          <a:p>
            <a:r>
              <a:t>- 6/20: 결과보고서 제출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예산 계획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총 지원금: 800,000원</a:t>
            </a:r>
          </a:p>
          <a:p>
            <a:r>
              <a:t>- 클라우드 및 테스트 비용: 350,000원</a:t>
            </a:r>
          </a:p>
          <a:p>
            <a:r>
              <a:t>- 회의비: 150,000원</a:t>
            </a:r>
          </a:p>
          <a:p>
            <a:r>
              <a:t>- 멘토 자문비: 300,000원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"PPT도 자동으로 요약하는 시대,</a:t>
            </a:r>
          </a:p>
          <a:p>
            <a:r>
              <a:t>효율적인 문서화 도구의 시작!"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252</Words>
  <Application>Microsoft Office PowerPoint</Application>
  <PresentationFormat>화면 슬라이드 쇼(4:3)</PresentationFormat>
  <Paragraphs>45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PPT 문서 자동 요약 시스템</vt:lpstr>
      <vt:lpstr>프로젝트 개요</vt:lpstr>
      <vt:lpstr>개발 필요성 및 배경</vt:lpstr>
      <vt:lpstr>주요 기능 및 기대효과</vt:lpstr>
      <vt:lpstr>기술 구성도</vt:lpstr>
      <vt:lpstr>기존 기술 비교 및 차별성</vt:lpstr>
      <vt:lpstr>개발 일정</vt:lpstr>
      <vt:lpstr>예산 계획 요약</vt:lpstr>
      <vt:lpstr>한 줄 요약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양효진</cp:lastModifiedBy>
  <cp:revision>1</cp:revision>
  <dcterms:created xsi:type="dcterms:W3CDTF">2013-01-27T09:14:16Z</dcterms:created>
  <dcterms:modified xsi:type="dcterms:W3CDTF">2025-04-07T04:44:46Z</dcterms:modified>
  <cp:category/>
</cp:coreProperties>
</file>